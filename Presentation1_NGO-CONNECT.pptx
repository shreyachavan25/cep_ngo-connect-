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822960"/>
            <a:ext cx="4937760" cy="5212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8229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STUDENT PROJECT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5760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>
                <a:solidFill>
                  <a:srgbClr val="1C1917"/>
                </a:solidFill>
                <a:latin typeface="Calibri"/>
              </a:rPr>
              <a:t>NGO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0F766E"/>
                </a:solidFill>
                <a:latin typeface="Calibri"/>
              </a:rPr>
              <a:t>Bridging Homeless Children, NGOs &amp; Communities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206240"/>
            <a:ext cx="57607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3434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97316"/>
                </a:solidFill>
                <a:latin typeface="Calibri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0916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C1917"/>
                </a:solidFill>
                <a:latin typeface="Calibri"/>
              </a:rPr>
              <a:t>Anushri Shinde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C1917"/>
                </a:solidFill>
                <a:latin typeface="Calibri"/>
              </a:rPr>
              <a:t>Shravani Asawale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C1917"/>
                </a:solidFill>
                <a:latin typeface="Calibri"/>
              </a:rPr>
              <a:t>Shreya Chavan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C1917"/>
                </a:solidFill>
                <a:latin typeface="Calibri"/>
              </a:rPr>
              <a:t>Diya Telnade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C1917"/>
                </a:solidFill>
                <a:latin typeface="Calibri"/>
              </a:rPr>
              <a:t>Pradnya Desai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4403C"/>
                </a:solidFill>
                <a:latin typeface="Calibri"/>
              </a:rPr>
              <a:t>NGO Connect  |  Slide 1 of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0080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4403C"/>
                </a:solidFill>
                <a:latin typeface="Calibri"/>
              </a:rPr>
              <a:t>Anushri • Shravani • Shreya • Diya • Pradnya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 ·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1C1917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97316"/>
                </a:solidFill>
                <a:latin typeface="Calibri"/>
              </a:rPr>
              <a:t>The gap we aim to close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06040"/>
            <a:ext cx="685800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64465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Homeless children lack access to safe shelter and quality education.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Many NGOs work sincerely but struggle with sustainable, recurring funding.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Communities want to help but do not know where or how to contribute.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A visible bridge between children in need, NGOs, and everyday donors is missing.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2606040"/>
            <a:ext cx="3566160" cy="3566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4403C"/>
                </a:solidFill>
                <a:latin typeface="Calibri"/>
              </a:rPr>
              <a:t>NGO Connect  |  Slide 2 of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0080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4403C"/>
                </a:solidFill>
                <a:latin typeface="Calibri"/>
              </a:rPr>
              <a:t>Anushri • Shravani • Shreya • Diya • Pradnya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 ·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1C1917"/>
                </a:solidFill>
                <a:latin typeface="Calibri"/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97316"/>
                </a:solidFill>
                <a:latin typeface="Calibri"/>
              </a:rPr>
              <a:t>What NGO Connect will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06040"/>
            <a:ext cx="685800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64465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Help admit homeless children into partnered NGOs with shelter &amp; education.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Launch a simple '1 Rupee per Household' micro-funding model.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Create a transparent digital bridge between donors and NGOs.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Build trust through regular impact updates and reports.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2606040"/>
            <a:ext cx="3566160" cy="3566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4403C"/>
                </a:solidFill>
                <a:latin typeface="Calibri"/>
              </a:rPr>
              <a:t>NGO Connect  |  Slide 3 of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0080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4403C"/>
                </a:solidFill>
                <a:latin typeface="Calibri"/>
              </a:rPr>
              <a:t>Anushri • Shravani • Shreya • Diya • Pradnya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 · NEED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1C1917"/>
                </a:solidFill>
                <a:latin typeface="Calibri"/>
              </a:rPr>
              <a:t>Need of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97316"/>
                </a:solidFill>
                <a:latin typeface="Calibri"/>
              </a:rPr>
              <a:t>Why this matters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06040"/>
            <a:ext cx="685800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64465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Rising population of homeless and street children in urban areas.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Widening gap between NGOs and public support networks.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Micro-donations (as small as ₹1) have proven high adoption when made easy.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Students and citizens seek tangible, verifiable ways to give back.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2606040"/>
            <a:ext cx="3566160" cy="3566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4403C"/>
                </a:solidFill>
                <a:latin typeface="Calibri"/>
              </a:rPr>
              <a:t>NGO Connect  |  Slide 4 of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0080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4403C"/>
                </a:solidFill>
                <a:latin typeface="Calibri"/>
              </a:rPr>
              <a:t>Anushri • Shravani • Shreya • Diya • Pradnya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05 · PLAN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1C1917"/>
                </a:solidFill>
                <a:latin typeface="Calibri"/>
              </a:rPr>
              <a:t>Plan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97316"/>
                </a:solidFill>
                <a:latin typeface="Calibri"/>
              </a:rPr>
              <a:t>Our step-by-step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06040"/>
            <a:ext cx="685800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64465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1. Visit local NGOs and understand their capacity and challenges.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2. Identify homeless children in the community and coordinate onboarding.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3. Connect children with NGOs offering shelter, food and schooling.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4. Roll out the '1 Rupee per Household' recurring funding channel.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5. Publish transparent progress and impact reports.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2606040"/>
            <a:ext cx="3566160" cy="3566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4403C"/>
                </a:solidFill>
                <a:latin typeface="Calibri"/>
              </a:rPr>
              <a:t>NGO Connect  |  Slide 5 of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0080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4403C"/>
                </a:solidFill>
                <a:latin typeface="Calibri"/>
              </a:rPr>
              <a:t>Anushri • Shravani • Shreya • Diya • Pradnya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06 · 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1C1917"/>
                </a:solidFill>
                <a:latin typeface="Calibri"/>
              </a:rPr>
              <a:t>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97316"/>
                </a:solidFill>
                <a:latin typeface="Calibri"/>
              </a:rPr>
              <a:t>The change we anticipate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06040"/>
            <a:ext cx="685800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64465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More homeless children admitted into NGOs with shelter and schooling.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A steady stream of micro-funding supporting daily NGO operations.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Increased community awareness of local child welfare initiatives.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A replicable model other student groups and cities can adopt.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2606040"/>
            <a:ext cx="3566160" cy="3566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4403C"/>
                </a:solidFill>
                <a:latin typeface="Calibri"/>
              </a:rPr>
              <a:t>NGO Connect  |  Slide 6 of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0080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4403C"/>
                </a:solidFill>
                <a:latin typeface="Calibri"/>
              </a:rPr>
              <a:t>Anushri • Shravani • Shreya • Diya • Pradnya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07 · TIMELINE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1C1917"/>
                </a:solidFill>
                <a:latin typeface="Calibri"/>
              </a:rPr>
              <a:t>Timeline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97316"/>
                </a:solidFill>
                <a:latin typeface="Calibri"/>
              </a:rPr>
              <a:t>Phase-wise roll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06040"/>
            <a:ext cx="685800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64465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Phase 1 (Weeks 1–2): NGO visits, needs mapping and partnerships.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Phase 2 (Weeks 3–4): Child onboarding into partner NGOs.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Phase 3 (Weeks 5–6): Launch of ₹1/household funding channel.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Phase 4 (Ongoing): Awareness drives, feedback and impact reports.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Conclusion: NGO Connect turns small, consistent actions by many into lasting change for children who need it most.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2606040"/>
            <a:ext cx="3566160" cy="3566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4403C"/>
                </a:solidFill>
                <a:latin typeface="Calibri"/>
              </a:rPr>
              <a:t>NGO Connect  |  Slide 7 of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0080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4403C"/>
                </a:solidFill>
                <a:latin typeface="Calibri"/>
              </a:rPr>
              <a:t>Anushri • Shravani • Shreya • Diya • Pradnya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08 ·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1C1917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97316"/>
                </a:solidFill>
                <a:latin typeface="Calibri"/>
              </a:rPr>
              <a:t>Sources &amp; further reading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06040"/>
            <a:ext cx="685800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64465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Ministry of Women &amp; Child Development — wcd.nic.in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UNICEF India reports on street &amp; homeless children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Local NGO partner list (to be filled by team)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Articles on micro-donation models and community giving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917"/>
                </a:solidFill>
                <a:latin typeface="Calibri"/>
              </a:rPr>
              <a:t>• Census &amp; NSSO data on urban homelessness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2606040"/>
            <a:ext cx="3566160" cy="3566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4403C"/>
                </a:solidFill>
                <a:latin typeface="Calibri"/>
              </a:rPr>
              <a:t>NGO Connect  |  Slide 8 of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0080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4403C"/>
                </a:solidFill>
                <a:latin typeface="Calibri"/>
              </a:rPr>
              <a:t>Anushri • Shravani • Shreya • Diya • Pradnya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188720"/>
            <a:ext cx="4206240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11887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64008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1C1917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0F766E"/>
                </a:solidFill>
                <a:latin typeface="Calibri"/>
              </a:rPr>
              <a:t>Every rupee, every voice, every child matters.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44403C"/>
                </a:solidFill>
                <a:latin typeface="Calibri"/>
              </a:rPr>
              <a:t>With gratitude —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44403C"/>
                </a:solidFill>
                <a:latin typeface="Calibri"/>
              </a:rPr>
              <a:t>Anushri, Shravani, Shreya, Diya &amp; Pradnya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44403C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44403C"/>
                </a:solidFill>
                <a:latin typeface="Calibri"/>
              </a:rPr>
              <a:t>Let's build NGO Connect together.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4403C"/>
                </a:solidFill>
                <a:latin typeface="Calibri"/>
              </a:rPr>
              <a:t>NGO Connect  |  Slide 9 of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0080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4403C"/>
                </a:solidFill>
                <a:latin typeface="Calibri"/>
              </a:rPr>
              <a:t>Anushri • Shravani • Shreya • Diya • Pradnya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